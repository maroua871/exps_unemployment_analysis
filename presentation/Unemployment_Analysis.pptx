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3E5C76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463040"/>
            <a:ext cx="3931920" cy="3931920"/>
          </a:xfrm>
          <a:prstGeom prst="ellipse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📉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Unemployment Analysis with Python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U.S. unemployment trends, seasonality, and the COVID-19 shock (1976–2025)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7280" cy="0"/>
          </a:xfrm>
          <a:prstGeom prst="line">
            <a:avLst/>
          </a:prstGeom>
          <a:noFill/>
          <a:ln w="38100">
            <a:solidFill>
              <a:srgbClr val="D983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023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PETROLEUM SERVICES Internship Project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EDA · Time-Series · Seasonal &amp; Geographic Analysis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github.com/MAROUA871/EXPS_Unemployment_Analysis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unemployment trends across U.S. states and selected geographic areas using Python. It covers data cleaning, validation, and exploratory analysis — examining historical trends, geographic differences, seasonal patterns, and the impact of the COVID-19 pandemic.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EFEE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8895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638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3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· Data Validation · EDA · Visualization · Time-Series · Seasonal · Economic Trend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6492240" cy="2331720"/>
          </a:xfrm>
          <a:prstGeom prst="roundRect">
            <a:avLst>
              <a:gd name="adj" fmla="val 3137"/>
            </a:avLst>
          </a:prstGeom>
          <a:solidFill>
            <a:srgbClr val="232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114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0740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unemployment has moved across time and geography — and what it reveals about major economic downturns and recoveries.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EFEE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266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26680" y="1819656"/>
            <a:ext cx="118872" cy="1188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01000" y="1709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 a real-world dataset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2354580"/>
            <a:ext cx="118872" cy="1188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01000" y="22448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rate distribution &amp; variation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26680" y="2889504"/>
            <a:ext cx="118872" cy="1188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2779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trends over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3424428"/>
            <a:ext cx="118872" cy="1188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1000" y="33147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COVID-19 pandemic impact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26680" y="3959352"/>
            <a:ext cx="118872" cy="1188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01000" y="38496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rates across geographies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26680" y="4494276"/>
            <a:ext cx="118872" cy="1188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1000" y="43845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seasonal patterns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26680" y="5029200"/>
            <a:ext cx="118872" cy="1188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49194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labor-force participation &amp; unemployment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5564124"/>
            <a:ext cx="118872" cy="1188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54543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with tables &amp; visuals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Cleaning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in America Per US State.csv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32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entities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32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1976–2025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32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31,747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327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9720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26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include State/Area, Year, Month, civilian population, labor force, employment, unemployment, unemployment rate, and labor-force participation measures.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EFEE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VALIDATION STEPS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251960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4133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dataset structure &amp; dimensions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636008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45171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column names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5020056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7280" y="4901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5404104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5285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numeric strings to numeric values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5788152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9728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commas from numeric values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251960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special missing-value codes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4636008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4517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special – values with NaN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5020056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92240" y="4901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 &amp; duplicates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63640" y="5404104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5285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categorical, year &amp; month values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63640" y="5788152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92240" y="5669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variables to correct numeric formats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Trends &amp; the COVID-19 Shock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U.S. unemployment rate across geographic entities, 1976–2025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76756" y="1325880"/>
            <a:ext cx="9235440" cy="3561576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12700">
            <a:solidFill>
              <a:srgbClr val="DDE1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monthly_tren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417320"/>
            <a:ext cx="9052560" cy="3378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24616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EFEEE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116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1980s &amp; 2009–10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3446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Recession peaks near 9–10%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5024616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EFEEE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5116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53446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spike to ~14% — the sharpest jump on record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5024616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EFEE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0" y="5116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2022–2023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53446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recovery to historic lows near 3.5%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&amp; Geographic Patterns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303520" cy="2714742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DE1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season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120640" cy="25318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0346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unemployment rate by calendar month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35040" y="123444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EFEEE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55080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7373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stays fairly stable across the year, with a modest peak in spring (April–May) and the lowest points around November. Seasonal swings are small — well under 1 percentage point — and consistent across most years.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37947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23272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55080" y="3977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DIFFERENCES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4389120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8368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rates vary substantially across the 53 geographic entities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4956048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48188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areas run consistently higher; others consistently lower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5080" y="5522976"/>
            <a:ext cx="91440" cy="9144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83680" y="538581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respond differently in scale during major downturns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492240" cy="3337560"/>
          </a:xfrm>
          <a:prstGeom prst="roundRect">
            <a:avLst>
              <a:gd name="adj" fmla="val 2192"/>
            </a:avLst>
          </a:prstGeom>
          <a:solidFill>
            <a:srgbClr val="EFEE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92224"/>
            <a:ext cx="100584" cy="1005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5568" y="16824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varies considerably across historical periods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295144"/>
            <a:ext cx="100584" cy="1005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5568" y="21854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produced an exceptional, sudden spike in 2020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798064"/>
            <a:ext cx="100584" cy="1005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26883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differ substantially between geographic entities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300984"/>
            <a:ext cx="100584" cy="1005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3191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&amp; seasonal patterns are present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803904"/>
            <a:ext cx="100584" cy="1005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5568" y="369417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increases mark major economic downturns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306824"/>
            <a:ext cx="100584" cy="1005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41970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decreases reflect periods of recovery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1143000"/>
            <a:ext cx="4206240" cy="3337560"/>
          </a:xfrm>
          <a:prstGeom prst="roundRect">
            <a:avLst>
              <a:gd name="adj" fmla="val 2192"/>
            </a:avLst>
          </a:prstGeom>
          <a:solidFill>
            <a:srgbClr val="2327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2668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1783080"/>
            <a:ext cx="100584" cy="100584"/>
          </a:xfrm>
          <a:prstGeom prst="ellipse">
            <a:avLst/>
          </a:prstGeom>
          <a:solidFill>
            <a:srgbClr val="8FA6B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73568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26680" y="2167128"/>
            <a:ext cx="100584" cy="100584"/>
          </a:xfrm>
          <a:prstGeom prst="ellipse">
            <a:avLst/>
          </a:prstGeom>
          <a:solidFill>
            <a:srgbClr val="8FA6B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73568" y="20482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26680" y="2551176"/>
            <a:ext cx="100584" cy="100584"/>
          </a:xfrm>
          <a:prstGeom prst="ellipse">
            <a:avLst/>
          </a:prstGeom>
          <a:solidFill>
            <a:srgbClr val="8FA6B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73568" y="24323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26680" y="2935224"/>
            <a:ext cx="100584" cy="100584"/>
          </a:xfrm>
          <a:prstGeom prst="ellipse">
            <a:avLst/>
          </a:prstGeom>
          <a:solidFill>
            <a:srgbClr val="8FA6B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73568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26680" y="3319272"/>
            <a:ext cx="100584" cy="100584"/>
          </a:xfrm>
          <a:prstGeom prst="ellipse">
            <a:avLst/>
          </a:prstGeom>
          <a:solidFill>
            <a:srgbClr val="8FA6B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73568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26680" y="3703320"/>
            <a:ext cx="100584" cy="100584"/>
          </a:xfrm>
          <a:prstGeom prst="ellipse">
            <a:avLst/>
          </a:prstGeom>
          <a:solidFill>
            <a:srgbClr val="8FA6B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73568" y="3584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3E5C7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E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EXPERT PETROLEUM SERVICES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2303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data-analysis lifecycle applied to 49 years of real-world labor data — from raw CSV to cleaned dataset to economic insight.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github.com/MAROUA871/EXPS_Unemployment_Analysis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2026-09-06T20:03:45Z</dcterms:created>
  <dcterms:modified xsi:type="dcterms:W3CDTF">2026-09-06T20:03:45Z</dcterms:modified>
</cp:coreProperties>
</file>